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Workflow Lesson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教学目标：Validate end-to-end lesson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流程概览导入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【活动】教师展示完整的端到端课程流程图，从需求分析、设计、开发到评估的闭环结构。学生快速浏览真实课程案例的各阶段文档样本，标记疑问点。通过提问互动建立对'完整管道'概念的初步认知。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【方法】直观演示法、提问法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【预期成果】学生能识别课程开发管道的5个关键节点，理解端到端验证的意义。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节点拆解分析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将班级分为5组，每组领取一个流程节点（如学习目标设定→内容编排→活动设计→评估嵌入→迭代优化）。各组用思维导图梳理该节点的输入、处理规则与输出标准，3分钟后轮换审阅他组成果并补充验证要点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【方法】小组合作学习法、旋转木马法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【预期成果】学生掌握各节点的质量检查清单，能发现流程断点。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断点模拟诊断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【活动】教师呈现3个故意设置错误的课程设计案例（如目标与活动错位、评估缺失前测基线、迭代环节无数据支撑）。学生使用刚生成的检查清单进行'流程审计'，圈出断裂环节并说明对整体管道的连锁影响。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【方法】案例教学法、诊断练习法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【预期成果】学生能定位管道失效根因，预判错误节点的下游风险。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微型管道搭建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【活动】学生独立设计一个15分钟微课的完整流程，必须包含可验证的衔接证据（如目标编号对应活动编号、评估题目反向映射目标）。完成后与邻座交换进行'端到端穿行测试'，确认无断点后提交。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【方法】练习法、同伴互评法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【预期成果】学生输出结构完整的微型课程管道，验证逻辑自洽性。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验证标准共识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【活动】全班汇总穿行测试中发现的高频问题，共同提炼'端到端验证'的三条黄金标准（如目标-活动-评估三角对齐、每节点有明确产出物、反馈回路可闭合）。教师板书定稿，学生拍照记录作为后续自查工具。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【方法】讨论法、归纳法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【预期成果】形成可迁移的管道验证框架，强化元认知监控能力。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