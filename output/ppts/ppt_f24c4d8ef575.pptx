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Algebra Intro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教学目标：Understand linear equations.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情境导入：手机套餐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8分钟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【活动】展示两种手机套餐：A套餐月租30元含500分钟，超出后0.2元/分钟；B套餐无月租0.5元/分钟。引导学生用x表示通话分钟数，写出两种套餐费用表达式y_A=30+0.2(x-500)和y_B=0.5x，讨论如何选择更划算。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【方法】情境创设法、讨论法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【预期成果】学生能识别生活中的线性关系，理解一次函数的实际意义，建立变量间的数学表达。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概念建构：斜截式探究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【活动】基于导入案例，引导学生发现y=kx+b结构。通过GeoGebra动态演示：固定b改变k观察直线倾斜变化，固定k改变b观察平移。学生分组填写表格，归纳斜率k的正负与增减性、截距b的几何意义。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【方法】探究法、演示法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【预期成果】学生掌握斜截式y=kx+b的结构，理解k决定斜率方向与陡峭程度，b为y轴截距。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作图实践：两点定线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【活动】学生用描点法绘制y=2x-3和y=-0.5x+2。强调快捷策略：取x=0得截距点，取y=0得另一交点。教师巡视纠正坐标轴标度不规范问题。完成后同桌互换检查，用 Desmos 验证图像正确性。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【方法】练习法、同伴互评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【预期成果】学生能熟练运用截距法快速绘制直线图像，规范坐标系作图步骤。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综合应用：联立求解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12分钟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【活动】回到手机套餐问题，要求学生求两直线交点坐标。先图像估算，再代数精确求解：联立0.2x+20=0.5x（x&gt;500时）或30=0.5x（x≤500时）。讨论交点实际含义——费用相等的临界通话时长，完成决策分析。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【方法】问题解决法、数形结合法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【预期成果】学生理解方程组解与图像交点的对应关系，能运用代数方法求解并解释实际意义。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总结检测：概念图谱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5分钟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【活动】学生独立完成 exit ticket：①写出过(0,-2)且斜率为3的直线方程；②判断y=3x+1与y=3x-4的位置关系；③用一句话向家长解释'斜率'。教师收集快速诊断，布置分层作业（基础：教材P32 1-5；拓展：设计自己的计费方案）。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【方法】形成性评价、元认知反思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【预期成果】学生能自主梳理线性方程核心知识，识别平行条件（k相等），暴露理解盲区以便后续补救。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