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5847" y="720000"/>
            <a:ext cx="1080000" cy="1080000"/>
          </a:xfrm>
          <a:prstGeom prst="rect">
            <a:avLst/>
          </a:prstGeom>
          <a:noFill/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[LOGO]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Microsoft YaHei"/>
              </a:defRPr>
            </a:pPr>
            <a:r>
              <a:t>函数的概念与性质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教学目标：理解函数的基本概念，掌握函数的定义域、值域和对应法则，能判断两个函数是否相同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导入：函数概念  (10分钟)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【教学活动】</a:t>
            </a:r>
          </a:p>
          <a:p>
            <a:pPr>
              <a:defRPr sz="1600"/>
            </a:pPr>
            <a:r>
              <a:t>通过问题引导学生回顾前置知识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【教学方法】</a:t>
            </a:r>
          </a:p>
          <a:p>
            <a:pPr>
              <a:defRPr sz="1600"/>
            </a:pPr>
            <a:r>
              <a:t>启发式提问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</a:t>
            </a:r>
          </a:p>
          <a:p>
            <a:pPr>
              <a:defRPr sz="1600"/>
            </a:pPr>
            <a:r>
              <a:t>激活已有知识，建立学习动机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EduGuide AI Lesson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核心概念讲解  (20分钟)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【教学活动】</a:t>
            </a:r>
          </a:p>
          <a:p>
            <a:pPr>
              <a:defRPr sz="1600"/>
            </a:pPr>
            <a:r>
              <a:t>系统讲解核心概念，配合示例说明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【教学方法】</a:t>
            </a:r>
          </a:p>
          <a:p>
            <a:pPr>
              <a:defRPr sz="1600"/>
            </a:pPr>
            <a:r>
              <a:t>讲授法+示例法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</a:t>
            </a:r>
          </a:p>
          <a:p>
            <a:pPr>
              <a:defRPr sz="1600"/>
            </a:pPr>
            <a:r>
              <a:t>理解并掌握核心知识点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EduGuide AI Lesson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练习巩固  (20分钟)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【教学活动】</a:t>
            </a:r>
          </a:p>
          <a:p>
            <a:pPr>
              <a:defRPr sz="1600"/>
            </a:pPr>
            <a:r>
              <a:t>学生分组完成练习题，教师巡视指导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【教学方法】</a:t>
            </a:r>
          </a:p>
          <a:p>
            <a:pPr>
              <a:defRPr sz="1600"/>
            </a:pPr>
            <a:r>
              <a:t>练习法+小组合作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</a:t>
            </a:r>
          </a:p>
          <a:p>
            <a:pPr>
              <a:defRPr sz="1600"/>
            </a:pPr>
            <a:r>
              <a:t>能够独立运用所学知识解决问题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EduGuide AI Lesson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总结与反思  (10分钟)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【教学活动】</a:t>
            </a:r>
          </a:p>
          <a:p>
            <a:pPr>
              <a:defRPr sz="1600"/>
            </a:pPr>
            <a:r>
              <a:t>师生共同总结，学生自我评价学习效果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【教学方法】</a:t>
            </a:r>
          </a:p>
          <a:p>
            <a:pPr>
              <a:defRPr sz="1600"/>
            </a:pPr>
            <a:r>
              <a:t>讨论法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</a:t>
            </a:r>
          </a:p>
          <a:p>
            <a:pPr>
              <a:defRPr sz="1600"/>
            </a:pPr>
            <a:r>
              <a:t>形成完整的知识结构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EduGuide AI Lesson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感谢聆听！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函数的概念与性质 — 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