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Algebra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教学目标：Understand linear equations.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情境导入：手机套餐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【活动】展示两个手机套餐：A套餐月租30元含500分钟，超出后0.2元/分钟；B套餐无月租0.5元/分钟。引导学生用x表示通话分钟数，写出费用表达式y_A=30+0.2(x-500)与y_B=0.5x，自然引出一次函数形式y=kx+b。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【方法】情境教学法、讨论法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【预期成果】学生能识别生活中的线性关系，理解斜率和截距的实际意义。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概念建构：斜截式探究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【活动】利用GeoGebra动态演示：固定截距b，拖动斜率k观察直线倾斜变化；再固定k改变b观察平移。学生分组记录三组(k,b)值并手绘对应直线，归纳y=kx+b中k决定倾斜方向与程度、b决定y轴交点。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【方法】探究式学习、演示法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【预期成果】学生掌握斜截式结构，能根据k、b符号预判直线象限分布。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技能训练：两点定线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【活动】发放坐标网格纸，给定两点如(2,1)与(6,5)，学生先描点连线，再用斜率公式k=(5-1)/(6-2)=1求斜率，代入点斜式推导方程。进阶任务：已知斜率-2和过点(3,4)，独立写出方程并互批。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【方法】练习法、同伴互评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【预期成果】学生熟练运用两点式、点斜式求方程，计算准确率超85%。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数形结合：方程与图像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【活动】呈现方程2x+3y=6，学生转化为斜截式y=-2/3x+2后作图。反向任务：根据图像读取两点坐标，验证是否满足原方程。讨论：为何方程的解对应图像上的点？建立代数与几何的对应关系。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【方法】讲授法、可视化教学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【预期成果】学生理解方程解集与直线点集的一一对应，能双向转换。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迁移应用：最优方案决策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【活动】回归导入问题：求两套餐费用相等的通话时长（盈亏平衡点），通过解方程30+0.2(x-500)=0.5x得x=100分钟。学生快速判断：每月通话80分钟选B，150分钟选A，实现数学建模解决实际问题。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【方法】问题解决法、归纳总结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【预期成果】学生能建立简单线性模型，用方程求解优化决策问题。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