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5847" y="720000"/>
            <a:ext cx="1080000" cy="1080000"/>
          </a:xfrm>
          <a:prstGeom prst="rect">
            <a:avLst/>
          </a:prstGeom>
          <a:noFill/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[LOGO]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Microsoft YaHei"/>
              </a:defRPr>
            </a:pPr>
            <a: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{{SUBTITLE}}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Algebra Intro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教学目标：Understand linear equations.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导入：linear-equations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【活动】通过问题引导学生回顾前置知识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【方法】启发式提问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【预期成果】激活已有知识，建立学习动机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核心概念讲解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20分钟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【活动】系统讲解核心概念，配合示例说明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【方法】讲授法+示例法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【预期成果】理解并掌握核心知识点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练习巩固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20分钟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【活动】学生分组完成练习题，教师巡视指导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【方法】练习法+小组合作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【预期成果】能够独立运用所学知识解决问题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总结与反思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【活动】师生共同总结，学生自我评价学习效果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【方法】讨论法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【预期成果】形成完整的知识结构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谢谢聆听！</a:t>
            </a: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