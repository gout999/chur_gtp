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555847" y="720000"/>
            <a:ext cx="1080000" cy="1080000"/>
          </a:xfrm>
          <a:prstGeom prst="rect">
            <a:avLst/>
          </a:prstGeom>
          <a:noFill/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999999"/>
                </a:solidFill>
              </a:defRPr>
            </a:pPr>
            <a:r>
              <a:t>[LOGO]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565C0"/>
                </a:solidFill>
                <a:latin typeface="Microsoft YaHei"/>
              </a:defRPr>
            </a:pPr>
            <a:r>
              <a:t>{{TITLE}}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66666"/>
                </a:solidFill>
                <a:latin typeface="Microsoft YaHei"/>
              </a:defRPr>
            </a:pPr>
            <a:r>
              <a:t>{{SUBTITLE}}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5943600"/>
            <a:ext cx="4876495" cy="254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Workflow Lesson v2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教学目标：Validate end-to-end lesson pipeline.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流程认知导入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⏱ 8分钟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【活动】展示真实教学案例视频片段，引导学生识别课前准备、课中实施、课后评估三个关键节点。学生分组讨论并绘制简易流程图，教师选取2-3组进行白板展示，共同标注各环节衔接要点。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【方法】案例教学法、讨论法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【预期成果】学生能够识别完整教学流程的核心环节，建立端到端系统思维框架。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管道验证演示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⏱ 10分钟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【活动】教师现场演示Lesson Pipeline验证工具的操作：输入课程参数→自动检测资源完整性→输出诊断报告。学生跟随操作手册同步体验，记录系统反馈的错误类型（如目标-活动不匹配、时长溢出等）。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【方法】演示法、练习法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【预期成果】学生掌握验证工具的基本操作，理解自动化检测在流程质量控制中的作用。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断点排查实战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⏱ 12分钟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【活动】发放含预设缺陷的3份课程设计方案（目标空洞、环节断裂、评估缺失）。学生两人一组运行验证流程，定位故障节点，使用标准术语填写《Pipeline异常诊断表》，并提出修复方案。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【方法】任务驱动法、合作学习法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【预期成果】学生能够独立执行端到端验证，准确诊断流程断点并提出针对性改进策略。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闭环优化迭代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⏱ 10分钟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【活动】各组提交修复后的方案进行二次验证，对比前后报告差异。教师引导归纳常见失效模式及预防机制，学生用便利贴将关键检查点贴于教室流程墙，形成可视化质量门禁清单。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【方法】反思法、建构主义教学法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【预期成果】学生内化持续改进理念，能够建立可复用的流程质量控制检查机制。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迁移应用总结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⏱ 5分钟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【活动】学生用1句话概括本课核心方法，填写Exit Ticket：「我将如何把Pipeline验证应用于______场景」。教师收集并即时反馈3份典型回答，布置课后任务：为指定学科设计微型验证流程。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【方法】总结法、形成性评价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【预期成果】学生能够将验证逻辑迁移至其他工作流场景，完成知识向能力的转化。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谢谢聆听！</a:t>
            </a:r>
          </a:p>
          <a:p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