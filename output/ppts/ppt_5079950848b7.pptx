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Algebra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教学目标：Understand linear equations.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情境导入：手机套餐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【活动】展示两家手机运营商的计费方案：A公司月租30元+每分钟0.5元，B公司无月租每分钟1元。引导学生用自然语言描述费用与通话时间的关系，逐步抽象出y=30+0.5x与y=x两个表达式，建立线性方程的现实意义。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【方法】情境创设法、启发式提问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【预期成果】学生能从实际问题中识别变量关系，理解线性方程y=kx+b的结构特征。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概念建构：斜率与截距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【活动】基于导入案例，用GeoGebra动态演示两条直线。引导学生对比系数：0.5与1决定直线"陡峭程度"（斜率），30决定起始位置（y截距）。通过改变参数实时观察图像变化，归纳y=kx+b中k、b的几何意义。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【方法】直观演示法、探究发现法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【预期成果】学生能准确解释斜率k和截距b的含义，预测参数变化对图像的影响。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技能演练：两点定线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发放坐标网格纸，给定两点如(0,30)和(60,60)，学生独立绘制直线并求方程。随后小组互查：验证所求方程是否过给定点。教师选取典型错误（如斜率计算符号反、截距定位错）进行全班评析，强化计算规范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【方法】练习法、合作学习法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【预期成果】学生掌握由两点求直线方程的方法，能正确计算斜率并写出方程。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综合应用：方案优选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回归导入问题：绘制两公司费用函数于同一坐标系，标出交点(60,60)。设置分层任务：基础层——读出交点含义；提高层——若每月通话50分钟选哪家？100分钟呢？拓展层——设计C公司方案使在80分钟时最省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【方法】问题解决法、分层教学法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【预期成果】学生能利用图像交点解决实际决策问题，理解方程组与图像交点的联系。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总结反思：思维导图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师生共同构建课堂知识框架：以"线性方程"为中心，分支连接代数形式(y=kx+b)、几何特征(斜率、截距、直线)、求解方法(两点式、斜截式)、应用场景。学生用一句话总结本课最大收获，教师布置mat_demo_1第3-5题巩固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【方法】归纳总结法、元认知反思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【预期成果】学生形成结构化知识网络，能自主关联代数表达与几何直观。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