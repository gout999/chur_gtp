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Algebra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教学目标：Understand linear equations.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导入：linear-equations  (10分钟)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通过问题引导学生回顾前置知识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启发式提问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激活已有知识，建立学习动机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核心概念讲解  (20分钟)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系统讲解核心概念，配合示例说明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讲授法+示例法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理解并掌握核心知识点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练习巩固  (20分钟)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学生分组完成练习题，教师巡视指导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练习法+小组合作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能够独立运用所学知识解决问题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总结与反思  (10分钟)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师生共同总结，学生自我评价学习效果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形成完整的知识结构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感谢聆听！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Algebra Intro — 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