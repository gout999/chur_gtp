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5847" y="720000"/>
            <a:ext cx="1080000" cy="1080000"/>
          </a:xfrm>
          <a:prstGeom prst="rect">
            <a:avLst/>
          </a:prstGeom>
          <a:noFill/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[LOGO]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{{SUBTITLE}}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Algebra 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教学目标：Understand linear equations.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情境导入：手机套餐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8分钟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【活动】展示两种手机套餐：A套餐月租30元+每分钟0.1元，B套餐无月租每分钟0.4元。引导学生用自然语言描述费用与通话时间的关系，逐步抽象出y=30+0.1x和y=0.4x的表达式，建立线性方程的现实意义。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【方法】情境教学法、启发式提问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【预期成果】学生能识别生活中的线性关系，理解y=kx+b中各参数的实际含义。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概念建构：方程结构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【活动】对比多个实例（手机套餐、出租车计费、温度转换），引导学生归纳线性方程y=kx+b的标准形式。通过填空练习区分斜率k和截距b的几何意义，使用GeoGebra动态演示k、b变化对直线的影响。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【方法】讲授法、直观演示法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【预期成果】学生能准确写出标准形式，解释斜率与截距的几何意义。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绘图探究：两点定线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【活动】学生分组完成工作单：给定方程2x+y=6，用描点法绘制图像。引导发现x截距和y截距的计算技巧，比较描点法与截距法的效率。各组展示图像，讨论为何不同方程的直线倾斜程度不同。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【方法】探究学习法、合作学习法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【预期成果】学生掌握截距法快速绘图，理解斜率决定直线倾斜程度。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应用深化：方案优选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【活动】回归导入问题：绘制两套餐费用图像，求交点并解释其实际意义。拓展问题——通话多少分钟时A套餐更划算？引导学生用代数法（解方程组）验证图像结果，建立数形结合思想。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【方法】问题解决法、讨论法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【预期成果】学生能利用图像比较方案，理解方程组的解即直线交点。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总结反馈：概念图谱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7分钟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学生独立完成出门测：根据给定情境写方程并绘图。集体构建本课概念图——以线性方程为中心，连接表格、图像、实际情境三种表征方式。布置分层作业：基础题（绘图）+挑战题（设计自己的套餐问题）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【方法】练习法、概念图法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【预期成果】学生能灵活进行方程、表格、图像三种表征的相互转换。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谢谢聆听！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