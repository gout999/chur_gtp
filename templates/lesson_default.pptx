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{{PAGE_NUMBER}}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65C0"/>
                </a:solidFill>
                <a:latin typeface="Microsoft YaHei"/>
              </a:defRPr>
            </a:pPr>
            <a:r>
              <a:t>{{SLIDE_TITLE}}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{{CONTENT}}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800">
                <a:latin typeface="Microsoft YaHei"/>
              </a:defRPr>
            </a:pPr>
            <a:r>
              <a:t>Level 1 item 1 (dark blue circle)</a:t>
            </a:r>
          </a:p>
          <a:p>
            <a:pPr lvl="1">
              <a:lnSpc>
                <a:spcPct val="150000"/>
              </a:lnSpc>
              <a:spcAft>
                <a:spcPts val="900"/>
              </a:spcAft>
              <a:defRPr sz="1800">
                <a:latin typeface="Microsoft YaHei"/>
              </a:defRPr>
            </a:pPr>
            <a:r>
              <a:t>Level 2 detail (gray dash)</a:t>
            </a:r>
          </a:p>
          <a:p>
            <a:pPr lvl="2">
              <a:lnSpc>
                <a:spcPct val="150000"/>
              </a:lnSpc>
              <a:spcAft>
                <a:spcPts val="900"/>
              </a:spcAft>
              <a:defRPr sz="1800">
                <a:latin typeface="Microsoft YaHei"/>
              </a:defRPr>
            </a:pPr>
            <a:r>
              <a:t>Level 3 note (light gray circle)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800">
                <a:latin typeface="Microsoft YaHei"/>
              </a:defRPr>
            </a:pPr>
            <a:r>
              <a:t>Level 1 item 2 (dark blue circle)</a:t>
            </a:r>
          </a:p>
          <a:p>
            <a:pPr lvl="1">
              <a:lnSpc>
                <a:spcPct val="150000"/>
              </a:lnSpc>
              <a:spcAft>
                <a:spcPts val="900"/>
              </a:spcAft>
              <a:defRPr sz="1800">
                <a:latin typeface="Microsoft YaHei"/>
              </a:defRPr>
            </a:pPr>
            <a:r>
              <a:t>Level 2 detail (gray dash)</a:t>
            </a:r>
          </a:p>
          <a:p>
            <a:pPr lvl="2">
              <a:lnSpc>
                <a:spcPct val="150000"/>
              </a:lnSpc>
              <a:spcAft>
                <a:spcPts val="900"/>
              </a:spcAft>
              <a:defRPr sz="1800">
                <a:latin typeface="Microsoft YaHei"/>
              </a:defRPr>
            </a:pPr>
            <a:r>
              <a:t>Level 3 note (light gray circle)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99999"/>
                </a:solidFill>
                <a:latin typeface="Microsoft YaHei"/>
              </a:defRPr>
            </a:pPr>
            <a:r>
              <a:t>EduGuide AI Lesson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565C0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{{END_MESSAGE}}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